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BBBB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RSI-стратегия с реинвестированием прибыли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Binance Coin-Margined Futures • PERP • 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Версия 2.0 — Июнь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Обзор стратегии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Тип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Контринтуитивный Mean Reversion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Таймфрейм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1 минута (M1)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Биржа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Binance Coin-Margined Futures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Инструменты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25 PERP-пар (BTC, ETH, SOL, DOGE...)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Вход 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RSI(14) &lt; 30 + бычья свеча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572000"/>
            <a:ext cx="5303520" cy="13716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Вход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RSI(14) &gt; 70 + медвежья свеча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Логика входа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754880"/>
          </a:xfrm>
          <a:prstGeom prst="roundRect">
            <a:avLst/>
          </a:prstGeom>
          <a:solidFill>
            <a:srgbClr val="0A3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8"/>
                </a:solidFill>
              </a:defRPr>
            </a:pPr>
            <a:r>
              <a:t>LONG (Покупка)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1. RSI(14) опускается ниже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→ Перепроданность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2. Close &gt;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→ Бычья свеча подтверждает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3. Оба условия = вход в LONG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4754880"/>
          </a:xfrm>
          <a:prstGeom prst="roundRect">
            <a:avLst/>
          </a:prstGeom>
          <a:solidFill>
            <a:srgbClr val="3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</a:defRPr>
            </a:pPr>
            <a:r>
              <a:t>SHORT (Продажа)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1. RSI(14) поднимается выше 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→ Перекупленность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2. Close &lt;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 → Медвежья свеча подтверждает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3. Оба условия = вход в SHORT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Логика выхода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88"/>
                </a:solidFill>
              </a:defRPr>
            </a:pPr>
            <a:r>
              <a:t>Тейк-профит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LONG: 2%</a:t>
            </a:r>
            <a:br/>
            <a:r>
              <a:t>от цены входа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SHORT: 3%</a:t>
            </a:r>
            <a:br/>
            <a:r>
              <a:t>от цены входа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Фиксированная</a:t>
            </a:r>
            <a:br/>
            <a:r>
              <a:t>прибыль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444"/>
                </a:solidFill>
              </a:defRPr>
            </a:pPr>
            <a:r>
              <a:t>Стоп-лосс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Trailing Stop</a:t>
            </a:r>
            <a:br/>
            <a:r>
              <a:t>Динамический</a:t>
            </a:r>
            <a:br/>
            <a:r>
              <a:t>следует за ценой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Автоматическая</a:t>
            </a:r>
            <a:br/>
            <a:r>
              <a:t>защита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Комиссия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Relative</a:t>
            </a:r>
            <a:br/>
            <a:r>
              <a:t>Commission</a:t>
            </a:r>
            <a:br/>
            <a:r>
              <a:t>Автоматический</a:t>
            </a:r>
            <a:br/>
            <a:r>
              <a:t>учёт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Биржевая</a:t>
            </a:r>
            <a:br/>
            <a:r>
              <a:t>комиссия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Реинвестирование прибыли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0972800" cy="182880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Формула: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88"/>
                </a:solidFill>
              </a:defRPr>
            </a:pPr>
            <a:r>
              <a:t>Shares = 1 + (NET_Profit × 0.10)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303520" cy="2926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Как это работает: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Базовый размер = 1 контракт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NET_Profit = фиксированная прибыль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10% прибыли добавляется к позиции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Рост прибыли → рост позиций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Убыток → возврат к базовому размеру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303520" cy="2926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Пример: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Прибыль = 10 USDT: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Shares = 1 + (10 × 0.10)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9224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Прибыль = 50 USDT: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6692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Shares = 1 + (50 × 0.10) =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6035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92240" y="6400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Прибыль = 0 USDT: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766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Shares = 1 + (0 × 0.10)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Структура графа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Src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Данные инструмента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00"/>
                </a:solidFill>
              </a:defRPr>
            </a:pPr>
            <a:r>
              <a:t>RSI_1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Индикатор RSI(14)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RSI_Buy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Условие LONG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</a:defRPr>
            </a:pPr>
            <a:r>
              <a:t>RSI_Sell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Условие SHORT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OpenPos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Открытие LONG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91839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</a:defRPr>
            </a:pPr>
            <a:r>
              <a:t>OpenPos_Short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Открытие SHORT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ClosePos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Закрытие LONG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343400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</a:defRPr>
            </a:pPr>
            <a:r>
              <a:t>ClosePos_Short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Закрытие SHORT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59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86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00"/>
                </a:solidFill>
              </a:defRPr>
            </a:pPr>
            <a:r>
              <a:t>TrailStop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Динамический стоп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394959"/>
            <a:ext cx="5486400" cy="8686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486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Reinvest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8521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Реинвест 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Параметры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RSI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Период индикатора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RSI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&lt;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Уровень перепроданности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RSI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&gt;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Уровень перекупленности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468880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Take Profit 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Фиксированная прибыль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Take Profit SHORT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251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Фиксированная прибыль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49039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Reinvest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251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Процент реинвестирования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199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66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Trail 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32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532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Динамический стоп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029199"/>
            <a:ext cx="54864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166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Timeframe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32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</a:defRPr>
            </a:pPr>
            <a:r>
              <a:t>M1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532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1 минута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Управление рисками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Trailing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Автоматическая защита от убытков. Стоп следует за ценой и фиксирует прибыль при развороте.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09728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Тейк-профит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Фиксированная цель 2-3%. Предсказуемый результат каждой сделки.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09728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Реинвестирование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5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Контролируемый рост позиций. Максимум 10% от прибыли.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199"/>
            <a:ext cx="10972800" cy="105156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66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Комиссия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Автоматический учёт RelativeCommission в расчётах.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Рекомендации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Тестировать на бэктесте перед запуском в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Начинать с минимального размера позиции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Мониторить метрики: Profit Factor, Max Drawdown, Win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Регулярно проверять логи на ошибки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Не использовать без понимания рисков фьючерсной торговли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0972800" cy="640080"/>
          </a:xfrm>
          <a:prstGeom prst="round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✓  Делать бэкапы скриптов перед изменениями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BBBB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RSI + Reinvestment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TSLab 3.0 • Binance Coin-Margined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Июнь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